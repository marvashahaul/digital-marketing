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PARENT'S GUIDE TO DESIGN, FIT &amp; COMFORT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Girls' Clothing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India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51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parents can plan personalized outfits for birthdays, family events and everyday occasions.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828800" cy="0"/>
          </a:xfrm>
          <a:prstGeom prst="line">
            <a:avLst/>
          </a:prstGeom>
          <a:noFill/>
          <a:ln w="31750">
            <a:solidFill>
              <a:srgbClr val="A2676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TAILOES  |  Custom Girls' Clothing in India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 CLOTHING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Consider Custom Clothing?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55280" y="155448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38100" dir="5400000">
              <a:srgbClr val="3A243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75320" y="192024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stitching gives parents more flexibility to discuss requirements before the garment is created.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75320" y="1783080"/>
            <a:ext cx="1097280" cy="0"/>
          </a:xfrm>
          <a:prstGeom prst="line">
            <a:avLst/>
          </a:prstGeom>
          <a:noFill/>
          <a:ln w="31750">
            <a:solidFill>
              <a:srgbClr val="ECE2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636776"/>
            <a:ext cx="566928" cy="566928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85216" y="1636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64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18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Preferred design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limited to what's already on the rack.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88536" y="1636776"/>
            <a:ext cx="566928" cy="566928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88536" y="1636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64" dirty="0"/>
          </a:p>
        </p:txBody>
      </p:sp>
      <p:sp>
        <p:nvSpPr>
          <p:cNvPr id="13" name="Text 11"/>
          <p:cNvSpPr txBox="1"/>
          <p:nvPr/>
        </p:nvSpPr>
        <p:spPr>
          <a:xfrm>
            <a:off x="4965192" y="1618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proportions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65192" y="19476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the child, not an age bracket.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" y="3054096"/>
            <a:ext cx="566928" cy="566928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5216" y="3054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64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Desired fabric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33649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feel and material that suits them.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88536" y="3054096"/>
            <a:ext cx="566928" cy="566928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88536" y="3054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64" dirty="0"/>
          </a:p>
        </p:txBody>
      </p:sp>
      <p:sp>
        <p:nvSpPr>
          <p:cNvPr id="21" name="Text 19"/>
          <p:cNvSpPr txBox="1"/>
          <p:nvPr/>
        </p:nvSpPr>
        <p:spPr>
          <a:xfrm>
            <a:off x="4965192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combination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965192" y="33649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palette, matched precisely.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5216" y="4471416"/>
            <a:ext cx="566928" cy="566928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85216" y="4471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64" dirty="0"/>
          </a:p>
        </p:txBody>
      </p:sp>
      <p:sp>
        <p:nvSpPr>
          <p:cNvPr id="25" name="Text 23"/>
          <p:cNvSpPr txBox="1"/>
          <p:nvPr/>
        </p:nvSpPr>
        <p:spPr>
          <a:xfrm>
            <a:off x="1261872" y="4453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Occasion-specific styling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61872" y="47823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with the event in mind.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88536" y="4471416"/>
            <a:ext cx="566928" cy="566928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288536" y="4471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64" dirty="0"/>
          </a:p>
        </p:txBody>
      </p:sp>
      <p:sp>
        <p:nvSpPr>
          <p:cNvPr id="29" name="Text 27"/>
          <p:cNvSpPr txBox="1"/>
          <p:nvPr/>
        </p:nvSpPr>
        <p:spPr>
          <a:xfrm>
            <a:off x="4965192" y="4453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 options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965192" y="47823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touches that make it their own.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TAILOES  |  Custom Girls' Clothing in India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the Occasion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occasion can influence the entire outfit.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3A243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48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6D2E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1214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Birthday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542032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colours and celebration-inspired styling.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3A243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148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A2676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1214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Event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2542032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colours and event-appropriate designs.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3A243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572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6D2E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54456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Festive Occasion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965192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or decorative elements.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425196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3A243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4572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A2676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54456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Wear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965192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comfortable and practical construction.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TAILOES  |  Custom Girls' Clothing in India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CONVERSATION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Parents Create a Unique Style?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9344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9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55448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preferences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609344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1609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02552" y="155448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176272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212140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2176272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02552" y="212140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Sleeve style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268833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Neckline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2743200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02552" y="268833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Garment length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310128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" y="325526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Decorative details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63640" y="3310128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02552" y="325526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occasion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10881360" cy="1965960"/>
          </a:xfrm>
          <a:prstGeom prst="roundRect">
            <a:avLst>
              <a:gd name="adj" fmla="val 5581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4251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A2676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42062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reference image can help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4590288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a reference image can help communicate the desired direction clearly, before stitching begins.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TAILOES  |  Custom Girls' Clothing in India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oundRect">
            <a:avLst>
              <a:gd name="adj" fmla="val 2609"/>
            </a:avLst>
          </a:prstGeom>
          <a:solidFill>
            <a:srgbClr val="4A1E30"/>
          </a:solidFill>
          <a:ln w="12700">
            <a:solidFill>
              <a:srgbClr val="4A1E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120640"/>
            <a:ext cx="2926080" cy="2926080"/>
          </a:xfrm>
          <a:prstGeom prst="ellipse">
            <a:avLst/>
          </a:prstGeom>
          <a:solidFill>
            <a:srgbClr val="6D2E46">
              <a:alpha val="7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502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MATTERS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over guesswork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3949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measurements can help move beyond generic age-based sizing.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6400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clothing can be planned around individual measurements.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600200"/>
            <a:ext cx="6949440" cy="713232"/>
          </a:xfrm>
          <a:prstGeom prst="roundRect">
            <a:avLst>
              <a:gd name="adj" fmla="val 15385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728216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60020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Shoulder width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2496312"/>
            <a:ext cx="69494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624328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249631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Chest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3392424"/>
            <a:ext cx="6949440" cy="713232"/>
          </a:xfrm>
          <a:prstGeom prst="roundRect">
            <a:avLst>
              <a:gd name="adj" fmla="val 15385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352044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3392424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Waist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4288536"/>
            <a:ext cx="69494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441655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9204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4288536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Sleeve length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63440" y="5184648"/>
            <a:ext cx="6949440" cy="713232"/>
          </a:xfrm>
          <a:prstGeom prst="roundRect">
            <a:avLst>
              <a:gd name="adj" fmla="val 15385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5312664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92040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532120" y="518464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Garment length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TAILOES  |  Custom Girls' Clothing in India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WEARABILITY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Comfort Should Come First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child's outfit should work during real activities.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3A243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8820" y="2121408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88820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346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Freedom of movement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33672" y="182880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3A243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73852" y="2121408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73852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4370832" y="28346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 feel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18704" y="182880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3A243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358884" y="2121408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58884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20" dirty="0"/>
          </a:p>
        </p:txBody>
      </p:sp>
      <p:sp>
        <p:nvSpPr>
          <p:cNvPr id="16" name="Text 14"/>
          <p:cNvSpPr txBox="1"/>
          <p:nvPr/>
        </p:nvSpPr>
        <p:spPr>
          <a:xfrm>
            <a:off x="8055864" y="28346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Garment length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959352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3A243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88820" y="425196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9888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2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96519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Sleeve construction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233672" y="3959352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3A243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73852" y="425196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73852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20" dirty="0"/>
          </a:p>
        </p:txBody>
      </p:sp>
      <p:sp>
        <p:nvSpPr>
          <p:cNvPr id="24" name="Text 22"/>
          <p:cNvSpPr txBox="1"/>
          <p:nvPr/>
        </p:nvSpPr>
        <p:spPr>
          <a:xfrm>
            <a:off x="4370832" y="496519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Closures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918704" y="3959352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3A243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58884" y="425196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358884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320" dirty="0"/>
          </a:p>
        </p:txBody>
      </p:sp>
      <p:sp>
        <p:nvSpPr>
          <p:cNvPr id="28" name="Text 26"/>
          <p:cNvSpPr txBox="1"/>
          <p:nvPr/>
        </p:nvSpPr>
        <p:spPr>
          <a:xfrm>
            <a:off x="8055864" y="496519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Wearing duration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beautiful outfit should also be practical enough for the child to enjoy wearing it.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TAILOES  |  Custom Girls' Clothing in India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vs Ready-Made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640080"/>
          </a:xfrm>
          <a:prstGeom prst="roundRect">
            <a:avLst>
              <a:gd name="adj" fmla="val 17143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Clothing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80760" y="1417320"/>
            <a:ext cx="5349240" cy="640080"/>
          </a:xfrm>
          <a:prstGeom prst="roundRect">
            <a:avLst>
              <a:gd name="adj" fmla="val 17143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80760" y="141732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Ready-Made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349240" cy="896112"/>
          </a:xfrm>
          <a:prstGeom prst="roundRect">
            <a:avLst>
              <a:gd name="adj" fmla="val 12245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94560"/>
            <a:ext cx="4800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Personalized design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2194560"/>
            <a:ext cx="5349240" cy="896112"/>
          </a:xfrm>
          <a:prstGeom prst="roundRect">
            <a:avLst>
              <a:gd name="adj" fmla="val 12245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194560"/>
            <a:ext cx="4800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designs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63824"/>
            <a:ext cx="5349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163824"/>
            <a:ext cx="4800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Individual measurements considered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3163824"/>
            <a:ext cx="5349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3163824"/>
            <a:ext cx="4800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sizing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33088"/>
            <a:ext cx="5349240" cy="896112"/>
          </a:xfrm>
          <a:prstGeom prst="roundRect">
            <a:avLst>
              <a:gd name="adj" fmla="val 12245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133088"/>
            <a:ext cx="4800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More design flexibility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0760" y="4133088"/>
            <a:ext cx="5349240" cy="896112"/>
          </a:xfrm>
          <a:prstGeom prst="roundRect">
            <a:avLst>
              <a:gd name="adj" fmla="val 12245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4133088"/>
            <a:ext cx="4800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options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102352"/>
            <a:ext cx="5349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102352"/>
            <a:ext cx="4800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Occasion can guide design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80760" y="5102352"/>
            <a:ext cx="5349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5102352"/>
            <a:ext cx="4800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availability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TAILOES  |  Custom Girls' Clothing in India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3657600" cy="3657600"/>
          </a:xfrm>
          <a:prstGeom prst="ellipse">
            <a:avLst/>
          </a:prstGeom>
          <a:solidFill>
            <a:srgbClr val="6D2E46">
              <a:alpha val="7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TAILOES APPROACH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Tailoes Helps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Tailoes' consultation and stitching approach allows parents to discuss: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5A2438"/>
          </a:solidFill>
          <a:ln w="12700">
            <a:solidFill>
              <a:srgbClr val="5A24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" y="2080260"/>
            <a:ext cx="502920" cy="50292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0100" y="20802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432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Outfit requirements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233672" y="182880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5A2438"/>
          </a:solidFill>
          <a:ln w="12700">
            <a:solidFill>
              <a:srgbClr val="5A24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5132" y="2080260"/>
            <a:ext cx="502920" cy="50292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5132" y="20802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27432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preferences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918704" y="182880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5A2438"/>
          </a:solidFill>
          <a:ln w="12700">
            <a:solidFill>
              <a:srgbClr val="5A24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70164" y="2080260"/>
            <a:ext cx="502920" cy="50292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70164" y="20802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27432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685032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5A2438"/>
          </a:solidFill>
          <a:ln w="12700">
            <a:solidFill>
              <a:srgbClr val="5A24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" y="3936492"/>
            <a:ext cx="502920" cy="50292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0100" y="39364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59943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 considerations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233672" y="3685032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5A2438"/>
          </a:solidFill>
          <a:ln w="12700">
            <a:solidFill>
              <a:srgbClr val="5A24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5132" y="3936492"/>
            <a:ext cx="502920" cy="50292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5132" y="39364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10" dirty="0"/>
          </a:p>
        </p:txBody>
      </p:sp>
      <p:sp>
        <p:nvSpPr>
          <p:cNvPr id="25" name="Text 23"/>
          <p:cNvSpPr txBox="1"/>
          <p:nvPr/>
        </p:nvSpPr>
        <p:spPr>
          <a:xfrm>
            <a:off x="4416552" y="459943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Occasion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7918704" y="3685032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5A2438"/>
          </a:solidFill>
          <a:ln w="12700">
            <a:solidFill>
              <a:srgbClr val="5A24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70164" y="3936492"/>
            <a:ext cx="502920" cy="50292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70164" y="39364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10" dirty="0"/>
          </a:p>
        </p:txBody>
      </p:sp>
      <p:sp>
        <p:nvSpPr>
          <p:cNvPr id="29" name="Text 27"/>
          <p:cNvSpPr txBox="1"/>
          <p:nvPr/>
        </p:nvSpPr>
        <p:spPr>
          <a:xfrm>
            <a:off x="8101584" y="459943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Comfort requirements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 clearer path from an initial idea to a personalized garment.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TAILOES  |  Custom Girls' Clothing in India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657600" cy="3657600"/>
          </a:xfrm>
          <a:prstGeom prst="ellipse">
            <a:avLst/>
          </a:prstGeom>
          <a:solidFill>
            <a:srgbClr val="6D2E4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572000"/>
            <a:ext cx="3474720" cy="347472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7160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girls' clothing in India can give parents greater flexibility when standard clothing does not meet their desired combination of design, fit and comfort.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1463040" cy="0"/>
          </a:xfrm>
          <a:prstGeom prst="line">
            <a:avLst/>
          </a:prstGeom>
          <a:noFill/>
          <a:ln w="31750">
            <a:solidFill>
              <a:srgbClr val="A2676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0233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approach starts with understanding the child, the occasion and the garment requirements.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TAILOES  |  Custom Girls' Clothing in India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600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A2676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3474720" cy="3474720"/>
          </a:xfrm>
          <a:prstGeom prst="ellipse">
            <a:avLst/>
          </a:prstGeom>
          <a:solidFill>
            <a:srgbClr val="6D2E46">
              <a:alpha val="2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a personalized outfit for a girl?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Tailoes Kids Consultation &amp; Stitching.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69768" y="3520440"/>
            <a:ext cx="5852160" cy="685800"/>
          </a:xfrm>
          <a:prstGeom prst="roundRect">
            <a:avLst>
              <a:gd name="adj" fmla="val 13333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3A243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169768" y="352044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tailoes.com/collections/girls-kid-consultation-stitching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651760" y="4572000"/>
            <a:ext cx="6858000" cy="0"/>
          </a:xfrm>
          <a:prstGeom prst="line">
            <a:avLst/>
          </a:prstGeom>
          <a:noFill/>
          <a:ln w="12700">
            <a:solidFill>
              <a:srgbClr val="A26769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girls clothing in India  ·  custom clothes for girls  ·  girls custom stitching  ·  personalized girls outfits  ·  custom girls dresses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TAILOES  |  Custom Girls' Clothing in India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2026-08-29T15:17:52Z</dcterms:created>
  <dcterms:modified xsi:type="dcterms:W3CDTF">2026-08-29T15:17:52Z</dcterms:modified>
</cp:coreProperties>
</file>