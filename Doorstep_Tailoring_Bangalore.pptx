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3112" y="365760"/>
            <a:ext cx="32004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822960"/>
            <a:ext cx="18288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4" name="Shape 2"/>
          <p:cNvSpPr/>
          <p:nvPr/>
        </p:nvSpPr>
        <p:spPr>
          <a:xfrm>
            <a:off x="11183112" y="1280160"/>
            <a:ext cx="32004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1737360"/>
            <a:ext cx="18288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6" name="Shape 4"/>
          <p:cNvSpPr/>
          <p:nvPr/>
        </p:nvSpPr>
        <p:spPr>
          <a:xfrm>
            <a:off x="11183112" y="2194560"/>
            <a:ext cx="32004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7" name="Shape 5"/>
          <p:cNvSpPr/>
          <p:nvPr/>
        </p:nvSpPr>
        <p:spPr>
          <a:xfrm>
            <a:off x="11183112" y="2651760"/>
            <a:ext cx="18288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3108960"/>
            <a:ext cx="32004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3566160"/>
            <a:ext cx="18288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10" name="Shape 8"/>
          <p:cNvSpPr/>
          <p:nvPr/>
        </p:nvSpPr>
        <p:spPr>
          <a:xfrm>
            <a:off x="11183112" y="4023360"/>
            <a:ext cx="32004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11" name="Shape 9"/>
          <p:cNvSpPr/>
          <p:nvPr/>
        </p:nvSpPr>
        <p:spPr>
          <a:xfrm>
            <a:off x="11183112" y="4480560"/>
            <a:ext cx="18288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83112" y="4937760"/>
            <a:ext cx="32004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83112" y="5394960"/>
            <a:ext cx="18288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83112" y="5852160"/>
            <a:ext cx="32004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83112" y="6309360"/>
            <a:ext cx="182880" cy="18288"/>
          </a:xfrm>
          <a:prstGeom prst="rect">
            <a:avLst/>
          </a:prstGeom>
          <a:solidFill>
            <a:srgbClr val="4740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DOORSTEP TAILORING · BANGALORE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1920240"/>
            <a:ext cx="9875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Get the Perfect-Fit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Men’s Outfit Without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Visiting a Tailor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868680" y="4892040"/>
            <a:ext cx="2011680" cy="0"/>
          </a:xfrm>
          <a:prstGeom prst="line">
            <a:avLst/>
          </a:prstGeom>
          <a:noFill/>
          <a:ln w="25400">
            <a:solidFill>
              <a:srgbClr val="B85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074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doorstep tailoring for men in Bangalore.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6080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sizes don’t always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the way they should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Off-the-rack clothing is built for an average body — not yours. These are the fit issues men run into most often.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514600" y="4709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spc="200" kern="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spc="200" kern="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868680"/>
            <a:ext cx="557784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44768" y="1005840"/>
            <a:ext cx="530352" cy="530352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9" name="Image 0" descr="icons/slee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15214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0" y="868680"/>
            <a:ext cx="44805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sleeve length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943600" y="1929384"/>
            <a:ext cx="557784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44768" y="2066544"/>
            <a:ext cx="530352" cy="530352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13" name="Image 1" descr="icons/shou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21284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1929384"/>
            <a:ext cx="44805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or loose shoulders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943600" y="2990088"/>
            <a:ext cx="557784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44768" y="3127248"/>
            <a:ext cx="530352" cy="530352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17" name="Image 2" descr="icons/wa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27355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2990088"/>
            <a:ext cx="44805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fabric around the waist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943600" y="4050792"/>
            <a:ext cx="557784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44768" y="4187952"/>
            <a:ext cx="530352" cy="530352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21" name="Image 3" descr="icons/tro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33425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4050792"/>
            <a:ext cx="44805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Trouser length issues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5943600" y="5111496"/>
            <a:ext cx="557784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144768" y="5248656"/>
            <a:ext cx="530352" cy="530352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25" name="Image 4" descr="icons/sitt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539496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8000" y="5111496"/>
            <a:ext cx="44805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Uncomfortable fit while sitting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82312" cy="6858000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606040"/>
            <a:ext cx="1645920" cy="1645920"/>
          </a:xfrm>
          <a:prstGeom prst="ellipse">
            <a:avLst/>
          </a:prstGeom>
          <a:solidFill>
            <a:srgbClr val="B85C38"/>
          </a:solidFill>
          <a:ln/>
        </p:spPr>
      </p:sp>
      <p:pic>
        <p:nvPicPr>
          <p:cNvPr id="4" name="Image 0" descr="icons/door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30175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ALTERNATIVE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Doorstep tailoring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men in Bangalore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travelling to a tailoring shop, customers can arrange the consultation and measurement at home — on their own schedule, in their own space.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steps, start to finish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19279" y="3246120"/>
            <a:ext cx="9350393" cy="0"/>
          </a:xfrm>
          <a:prstGeom prst="line">
            <a:avLst/>
          </a:prstGeom>
          <a:noFill/>
          <a:ln w="19050">
            <a:solidFill>
              <a:srgbClr val="54493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07799" y="2834640"/>
            <a:ext cx="822960" cy="822960"/>
          </a:xfrm>
          <a:prstGeom prst="ellipse">
            <a:avLst/>
          </a:prstGeom>
          <a:solidFill>
            <a:srgbClr val="B85C38"/>
          </a:solidFill>
          <a:ln w="38100">
            <a:solidFill>
              <a:srgbClr val="2B2B2B"/>
            </a:solidFill>
            <a:prstDash val="solid"/>
          </a:ln>
        </p:spPr>
      </p:sp>
      <p:pic>
        <p:nvPicPr>
          <p:cNvPr id="6" name="Image 0" descr="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967" y="30358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9239" y="2423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3822192"/>
            <a:ext cx="1412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66198" y="2834640"/>
            <a:ext cx="822960" cy="822960"/>
          </a:xfrm>
          <a:prstGeom prst="ellipse">
            <a:avLst/>
          </a:prstGeom>
          <a:solidFill>
            <a:srgbClr val="B85C38"/>
          </a:solidFill>
          <a:ln w="38100">
            <a:solidFill>
              <a:srgbClr val="2B2B2B"/>
            </a:solidFill>
            <a:prstDash val="solid"/>
          </a:ln>
        </p:spPr>
      </p:sp>
      <p:pic>
        <p:nvPicPr>
          <p:cNvPr id="10" name="Image 1" descr="icons/discu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66" y="30358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7638" y="2423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71631" y="3822192"/>
            <a:ext cx="1412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clothing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124597" y="2834640"/>
            <a:ext cx="822960" cy="822960"/>
          </a:xfrm>
          <a:prstGeom prst="ellipse">
            <a:avLst/>
          </a:prstGeom>
          <a:solidFill>
            <a:srgbClr val="B85C38"/>
          </a:solidFill>
          <a:ln w="38100">
            <a:solidFill>
              <a:srgbClr val="2B2B2B"/>
            </a:solidFill>
            <a:prstDash val="solid"/>
          </a:ln>
        </p:spPr>
      </p:sp>
      <p:pic>
        <p:nvPicPr>
          <p:cNvPr id="14" name="Image 2" descr="icons/meas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765" y="303580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16037" y="2423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830030" y="3822192"/>
            <a:ext cx="1412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professional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82996" y="2834640"/>
            <a:ext cx="822960" cy="822960"/>
          </a:xfrm>
          <a:prstGeom prst="ellipse">
            <a:avLst/>
          </a:prstGeom>
          <a:solidFill>
            <a:srgbClr val="B85C38"/>
          </a:solidFill>
          <a:ln w="38100">
            <a:solidFill>
              <a:srgbClr val="2B2B2B"/>
            </a:solidFill>
            <a:prstDash val="solid"/>
          </a:ln>
        </p:spPr>
      </p:sp>
      <p:pic>
        <p:nvPicPr>
          <p:cNvPr id="18" name="Image 3" descr="icons/fabr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303580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74436" y="2423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88429" y="3822192"/>
            <a:ext cx="1412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fabric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241395" y="2834640"/>
            <a:ext cx="822960" cy="822960"/>
          </a:xfrm>
          <a:prstGeom prst="ellipse">
            <a:avLst/>
          </a:prstGeom>
          <a:solidFill>
            <a:srgbClr val="B85C38"/>
          </a:solidFill>
          <a:ln w="38100">
            <a:solidFill>
              <a:srgbClr val="2B2B2B"/>
            </a:solidFill>
            <a:prstDash val="solid"/>
          </a:ln>
        </p:spPr>
      </p:sp>
      <p:pic>
        <p:nvPicPr>
          <p:cNvPr id="22" name="Image 4" descr="icons/stit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563" y="303580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32835" y="2423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946827" y="3822192"/>
            <a:ext cx="1412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the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8799794" y="2834640"/>
            <a:ext cx="822960" cy="822960"/>
          </a:xfrm>
          <a:prstGeom prst="ellipse">
            <a:avLst/>
          </a:prstGeom>
          <a:solidFill>
            <a:srgbClr val="B85C38"/>
          </a:solidFill>
          <a:ln w="38100">
            <a:solidFill>
              <a:srgbClr val="2B2B2B"/>
            </a:solidFill>
            <a:prstDash val="solid"/>
          </a:ln>
        </p:spPr>
      </p:sp>
      <p:pic>
        <p:nvPicPr>
          <p:cNvPr id="26" name="Image 5" descr="icons/revie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0962" y="3035808"/>
            <a:ext cx="420624" cy="4206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91234" y="2423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505226" y="3822192"/>
            <a:ext cx="1412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10358193" y="2834640"/>
            <a:ext cx="822960" cy="822960"/>
          </a:xfrm>
          <a:prstGeom prst="ellipse">
            <a:avLst/>
          </a:prstGeom>
          <a:solidFill>
            <a:srgbClr val="B85C38"/>
          </a:solidFill>
          <a:ln w="38100">
            <a:solidFill>
              <a:srgbClr val="2B2B2B"/>
            </a:solidFill>
            <a:prstDash val="solid"/>
          </a:ln>
        </p:spPr>
      </p:sp>
      <p:pic>
        <p:nvPicPr>
          <p:cNvPr id="30" name="Image 6" descr="icons/deli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9361" y="3035808"/>
            <a:ext cx="420624" cy="4206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449633" y="2423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0063625" y="3822192"/>
            <a:ext cx="1412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outfit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CONVENIENT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Doorstep tailoring can help reduce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6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122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15768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commute to and from a tailoring shop for every fitting.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28816" y="1965960"/>
            <a:ext cx="594360" cy="594360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11" name="Image 1" descr="icons/st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122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28816" y="2715768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shop visits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28816" y="3063240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back-and-forth trips across the consultation process.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94376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51960"/>
            <a:ext cx="594360" cy="594360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16" name="Image 2" descr="icons/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3982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5001768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Guesswork around sizing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5349240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are taken professionally, in context, at home.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3977640"/>
            <a:ext cx="5294376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28816" y="4251960"/>
            <a:ext cx="594360" cy="594360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21" name="Image 3" descr="icons/ta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3982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28816" y="5001768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explaining fit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28816" y="5349240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are discussed directly, face to face.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CUSTOMISED?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 can explore custom clothing such 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21458" cy="1737360"/>
          </a:xfrm>
          <a:prstGeom prst="rect">
            <a:avLst/>
          </a:prstGeom>
          <a:solidFill>
            <a:srgbClr val="F5F1EC"/>
          </a:solidFill>
          <a:ln/>
        </p:spPr>
      </p:sp>
      <p:sp>
        <p:nvSpPr>
          <p:cNvPr id="5" name="Shape 3"/>
          <p:cNvSpPr/>
          <p:nvPr/>
        </p:nvSpPr>
        <p:spPr>
          <a:xfrm>
            <a:off x="1535049" y="19933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shi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929" y="21762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338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35858" y="1737360"/>
            <a:ext cx="2521458" cy="1737360"/>
          </a:xfrm>
          <a:prstGeom prst="rect">
            <a:avLst/>
          </a:prstGeom>
          <a:solidFill>
            <a:srgbClr val="F5F1EC"/>
          </a:solidFill>
          <a:ln/>
        </p:spPr>
      </p:sp>
      <p:sp>
        <p:nvSpPr>
          <p:cNvPr id="9" name="Shape 6"/>
          <p:cNvSpPr/>
          <p:nvPr/>
        </p:nvSpPr>
        <p:spPr>
          <a:xfrm>
            <a:off x="4330827" y="19933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trouser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707" y="21762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7298" y="2926080"/>
            <a:ext cx="2338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Trousers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31636" y="1737360"/>
            <a:ext cx="2521458" cy="1737360"/>
          </a:xfrm>
          <a:prstGeom prst="rect">
            <a:avLst/>
          </a:prstGeom>
          <a:solidFill>
            <a:srgbClr val="F5F1EC"/>
          </a:solidFill>
          <a:ln/>
        </p:spPr>
      </p:sp>
      <p:sp>
        <p:nvSpPr>
          <p:cNvPr id="13" name="Shape 9"/>
          <p:cNvSpPr/>
          <p:nvPr/>
        </p:nvSpPr>
        <p:spPr>
          <a:xfrm>
            <a:off x="7126605" y="19933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blaz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485" y="217627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3076" y="2926080"/>
            <a:ext cx="2338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Blazers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027414" y="1737360"/>
            <a:ext cx="2521458" cy="1737360"/>
          </a:xfrm>
          <a:prstGeom prst="rect">
            <a:avLst/>
          </a:prstGeom>
          <a:solidFill>
            <a:srgbClr val="F5F1EC"/>
          </a:solidFill>
          <a:ln/>
        </p:spPr>
      </p:sp>
      <p:sp>
        <p:nvSpPr>
          <p:cNvPr id="17" name="Shape 12"/>
          <p:cNvSpPr/>
          <p:nvPr/>
        </p:nvSpPr>
        <p:spPr>
          <a:xfrm>
            <a:off x="9922383" y="19933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su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263" y="21762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8854" y="2926080"/>
            <a:ext cx="2338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3749040"/>
            <a:ext cx="2521458" cy="1737360"/>
          </a:xfrm>
          <a:prstGeom prst="rect">
            <a:avLst/>
          </a:prstGeom>
          <a:solidFill>
            <a:srgbClr val="F5F1EC"/>
          </a:solidFill>
          <a:ln/>
        </p:spPr>
      </p:sp>
      <p:sp>
        <p:nvSpPr>
          <p:cNvPr id="21" name="Shape 15"/>
          <p:cNvSpPr/>
          <p:nvPr/>
        </p:nvSpPr>
        <p:spPr>
          <a:xfrm>
            <a:off x="1535049" y="400507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/kur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929" y="418795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" y="4937760"/>
            <a:ext cx="2338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Kurtas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435858" y="3749040"/>
            <a:ext cx="2521458" cy="1737360"/>
          </a:xfrm>
          <a:prstGeom prst="rect">
            <a:avLst/>
          </a:prstGeom>
          <a:solidFill>
            <a:srgbClr val="F5F1EC"/>
          </a:solidFill>
          <a:ln/>
        </p:spPr>
      </p:sp>
      <p:sp>
        <p:nvSpPr>
          <p:cNvPr id="25" name="Shape 18"/>
          <p:cNvSpPr/>
          <p:nvPr/>
        </p:nvSpPr>
        <p:spPr>
          <a:xfrm>
            <a:off x="4330827" y="400507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icons/sherwan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707" y="4187952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27298" y="4937760"/>
            <a:ext cx="2338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Sherwanis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31636" y="3749040"/>
            <a:ext cx="2521458" cy="1737360"/>
          </a:xfrm>
          <a:prstGeom prst="rect">
            <a:avLst/>
          </a:prstGeom>
          <a:solidFill>
            <a:srgbClr val="F5F1EC"/>
          </a:solidFill>
          <a:ln/>
        </p:spPr>
      </p:sp>
      <p:sp>
        <p:nvSpPr>
          <p:cNvPr id="29" name="Shape 21"/>
          <p:cNvSpPr/>
          <p:nvPr/>
        </p:nvSpPr>
        <p:spPr>
          <a:xfrm>
            <a:off x="7126605" y="400507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icons/nehr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9485" y="4187952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23076" y="4937760"/>
            <a:ext cx="2338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Nehru Jackets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9027414" y="3749040"/>
            <a:ext cx="2521458" cy="1737360"/>
          </a:xfrm>
          <a:prstGeom prst="rect">
            <a:avLst/>
          </a:prstGeom>
          <a:solidFill>
            <a:srgbClr val="F5F1EC"/>
          </a:solidFill>
          <a:ln/>
        </p:spPr>
      </p:sp>
      <p:sp>
        <p:nvSpPr>
          <p:cNvPr id="33" name="Shape 24"/>
          <p:cNvSpPr/>
          <p:nvPr/>
        </p:nvSpPr>
        <p:spPr>
          <a:xfrm>
            <a:off x="9922383" y="400507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7" descr="icons/occasi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5263" y="4187952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18854" y="4937760"/>
            <a:ext cx="2338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Wear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FIT VS STANDARD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very different starting 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F5F1EC"/>
          </a:solidFill>
          <a:ln/>
        </p:spPr>
      </p:sp>
      <p:pic>
        <p:nvPicPr>
          <p:cNvPr id="6" name="Image 0" descr="icons/r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2494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880360"/>
            <a:ext cx="45399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Ready-made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3429000"/>
            <a:ext cx="45399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predetermined sizes and available designs.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7356" y="1737360"/>
            <a:ext cx="5271516" cy="420624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0" name="Shape 7"/>
          <p:cNvSpPr/>
          <p:nvPr/>
        </p:nvSpPr>
        <p:spPr>
          <a:xfrm>
            <a:off x="6643116" y="2103120"/>
            <a:ext cx="640080" cy="640080"/>
          </a:xfrm>
          <a:prstGeom prst="ellipse">
            <a:avLst/>
          </a:prstGeom>
          <a:solidFill>
            <a:srgbClr val="B85C38"/>
          </a:solidFill>
          <a:ln/>
        </p:spPr>
      </p:sp>
      <p:pic>
        <p:nvPicPr>
          <p:cNvPr id="11" name="Image 1" descr="icons/cus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2494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43116" y="2880360"/>
            <a:ext cx="45399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43116" y="3429000"/>
            <a:ext cx="45399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Measurements, fit preferences and design details can be personalised.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BENEFIT?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Doorstep tailoring can be useful for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5" name="Image 0" descr="icons/profess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3794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professionals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496312"/>
            <a:ext cx="9418320" cy="0"/>
          </a:xfrm>
          <a:prstGeom prst="line">
            <a:avLst/>
          </a:prstGeom>
          <a:noFill/>
          <a:ln w="12700">
            <a:solidFill>
              <a:srgbClr val="E5DFD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606040"/>
            <a:ext cx="566928" cy="566928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9" name="Image 1" descr="icons/wed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75234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0604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shoppers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410712"/>
            <a:ext cx="9418320" cy="0"/>
          </a:xfrm>
          <a:prstGeom prst="line">
            <a:avLst/>
          </a:prstGeom>
          <a:noFill/>
          <a:ln w="12700">
            <a:solidFill>
              <a:srgbClr val="E5DF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13" name="Image 2" descr="icons/travel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66674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2044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travellers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40080" y="4325112"/>
            <a:ext cx="9418320" cy="0"/>
          </a:xfrm>
          <a:prstGeom prst="line">
            <a:avLst/>
          </a:prstGeom>
          <a:noFill/>
          <a:ln w="12700">
            <a:solidFill>
              <a:srgbClr val="E5DFD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17" name="Image 3" descr="icons/prefer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58114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43484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with specific fit preferences</a:t>
            </a:r>
            <a:endParaRPr lang="en-US" sz="1550" dirty="0"/>
          </a:p>
        </p:txBody>
      </p:sp>
      <p:sp>
        <p:nvSpPr>
          <p:cNvPr id="19" name="Shape 13"/>
          <p:cNvSpPr/>
          <p:nvPr/>
        </p:nvSpPr>
        <p:spPr>
          <a:xfrm>
            <a:off x="640080" y="5239512"/>
            <a:ext cx="9418320" cy="0"/>
          </a:xfrm>
          <a:prstGeom prst="line">
            <a:avLst/>
          </a:prstGeom>
          <a:noFill/>
          <a:ln w="12700">
            <a:solidFill>
              <a:srgbClr val="E5DFD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5349240"/>
            <a:ext cx="566928" cy="566928"/>
          </a:xfrm>
          <a:prstGeom prst="ellipse">
            <a:avLst/>
          </a:prstGeom>
          <a:solidFill>
            <a:srgbClr val="E9DCD3"/>
          </a:solidFill>
          <a:ln/>
        </p:spPr>
      </p:sp>
      <p:pic>
        <p:nvPicPr>
          <p:cNvPr id="21" name="Image 4" descr="icons/wardr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49554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34924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building a personalised wardrobe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tailored wardrobe doesn’t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 repeated trips to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tailor shop.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4160520"/>
            <a:ext cx="2011680" cy="0"/>
          </a:xfrm>
          <a:prstGeom prst="line">
            <a:avLst/>
          </a:prstGeom>
          <a:noFill/>
          <a:ln w="25400">
            <a:solidFill>
              <a:srgbClr val="B85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891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doorstep tailoring, consultation, measurement and customisation can be brought closer to your everyday routine.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8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A34F3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2606040"/>
            <a:ext cx="1645920" cy="164592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4" name="Image 0" descr="icons/c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30175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MORE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for custom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men’s clothing in Bangalore?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B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Tailoes’ men’s consultation and stitching service to discover a more convenient approach to personalised clothing.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2926080" cy="5943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074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TAILOES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2026-08-28T16:03:34Z</dcterms:created>
  <dcterms:modified xsi:type="dcterms:W3CDTF">2026-08-28T16:03:34Z</dcterms:modified>
</cp:coreProperties>
</file>