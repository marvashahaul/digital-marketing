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SEO Keyword Analysis for Online Islamic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Indian Market • Strategic Keyword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Core Keyword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3152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533400">
                <a:tc>
                  <a:txBody>
                    <a:bodyPr/>
                    <a:lstStyle/>
                    <a:p>
                      <a:r>
                        <a:t>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India Searches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SEO Diff.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Ads Comp.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Online Quran Tutor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2.5k–5k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25k–40k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25–35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₹12–35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Online Arabic Tutor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1k–3k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15k–25k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30–40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₹18–45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Arabic Grammar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300–800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3k–7k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15–25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₹10–25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Islamic Studies 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500–1.5k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8k–15k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20–35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₹15–30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Quran Classes for Kids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2k–4.5k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20k–35k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30–45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₹20–50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★★★★★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Top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Online Quran Tutor – highest commercial intent</a:t>
            </a:r>
          </a:p>
          <a:p>
            <a:pPr>
              <a:defRPr sz="2200"/>
            </a:pPr>
            <a:r>
              <a:t>• Quran Classes for Kids – parent-focused</a:t>
            </a:r>
          </a:p>
          <a:p>
            <a:pPr>
              <a:defRPr sz="2200"/>
            </a:pPr>
            <a:r>
              <a:t>• Arabic Grammar – easiest SEO wins</a:t>
            </a:r>
          </a:p>
          <a:p>
            <a:pPr>
              <a:defRPr sz="2200"/>
            </a:pPr>
            <a:r>
              <a:t>• Islamic Studies – niche authority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SEO Content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Create dedicated landing page per keyword</a:t>
            </a:r>
          </a:p>
          <a:p>
            <a:pPr>
              <a:defRPr sz="2200"/>
            </a:pPr>
            <a:r>
              <a:t>• Publish blogs targeting long-tail queries</a:t>
            </a:r>
          </a:p>
          <a:p>
            <a:pPr>
              <a:defRPr sz="2200"/>
            </a:pPr>
            <a:r>
              <a:t>• Optimize titles, FAQs and schema</a:t>
            </a:r>
          </a:p>
          <a:p>
            <a:pPr>
              <a:defRPr sz="2200"/>
            </a:pPr>
            <a:r>
              <a:t>• Build backlinks from education/Islamic sites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Google Ads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Separate ad groups by Quran, Arabic, Islamic Studies</a:t>
            </a:r>
          </a:p>
          <a:p>
            <a:pPr>
              <a:defRPr sz="2200"/>
            </a:pPr>
            <a:r>
              <a:t>• Use exact &amp; phrase match</a:t>
            </a:r>
          </a:p>
          <a:p>
            <a:pPr>
              <a:defRPr sz="2200"/>
            </a:pPr>
            <a:r>
              <a:t>• Target India + GCC if applicable</a:t>
            </a:r>
          </a:p>
          <a:p>
            <a:pPr>
              <a:defRPr sz="2200"/>
            </a:pPr>
            <a:r>
              <a:t>• Optimize landing pages for enquiries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Prioritize: Online Quran Tutor, Quran Classes for Kids, Online Arabic Tutor</a:t>
            </a:r>
          </a:p>
          <a:p>
            <a:pPr>
              <a:defRPr sz="2200"/>
            </a:pPr>
            <a:r>
              <a:t>• Focus on quality content and conversion-focused pages</a:t>
            </a:r>
          </a:p>
          <a:p>
            <a:pPr>
              <a:defRPr sz="2200"/>
            </a:pPr>
            <a:r>
              <a:t>• Review Keyword Planner before campaign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